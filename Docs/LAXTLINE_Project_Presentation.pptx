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0" b="1" i="0">
                <a:solidFill>
                  <a:srgbClr val="F5F2EE"/>
                </a:solidFill>
                <a:latin typeface="Bahnschrift"/>
              </a:rPr>
              <a:t>LAXTLINE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429000"/>
            <a:ext cx="3044952" cy="6350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F5F2EE"/>
                </a:solidFill>
                <a:latin typeface="Calibri"/>
              </a:rPr>
              <a:t>Visual Storyteller &amp; Video Editor — Portfolio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E8392A"/>
                </a:solidFill>
                <a:latin typeface="Consolas"/>
              </a:rPr>
              <a:t>A cinematic single-page portfolio  •  HTML · CSS ·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  <a:latin typeface="Calibri"/>
              </a:rPr>
              <a:t>Submitted by: Suryakant Pradhan  |  LAXTLINE Studio  |  Bhubaneswar, Odisha</a:t>
            </a:r>
          </a:p>
        </p:txBody>
      </p:sp>
    </p:spTree>
  </p:cSld>
  <p:clrMapOvr>
    <a:masterClrMapping/>
  </p:clrMapOvr>
  <p:transition xmlns:ns1="http://schemas.microsoft.com/office/powerpoint/2010/main" p:spd="med" ns1:dur="9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392A"/>
                </a:solidFill>
                <a:latin typeface="Consolas"/>
              </a:rPr>
              <a:t>SLIDE 02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5F2EE"/>
                </a:solidFill>
                <a:latin typeface="Calibri"/>
              </a:rPr>
              <a:t>Project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822960" cy="5080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E8392A"/>
                </a:solidFill>
                <a:latin typeface="Calibri"/>
              </a:rPr>
              <a:t>—  </a:t>
            </a:r>
            <a:r>
              <a:rPr sz="1800">
                <a:solidFill>
                  <a:srgbClr val="F5F2EE"/>
                </a:solidFill>
                <a:latin typeface="Calibri"/>
              </a:rPr>
              <a:t>LAXTLINE is a cinematic, single-page (one-page scroll) portfolio website for a professional video editor &amp; visual storyteller.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8392A"/>
                </a:solidFill>
                <a:latin typeface="Calibri"/>
              </a:rPr>
              <a:t>—  </a:t>
            </a:r>
            <a:r>
              <a:rPr sz="1800">
                <a:solidFill>
                  <a:srgbClr val="F5F2EE"/>
                </a:solidFill>
                <a:latin typeface="Calibri"/>
              </a:rPr>
              <a:t>It showcases video edits, VFX, color grading, gaming montages, photo edits and design work in one interactive experience.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8392A"/>
                </a:solidFill>
                <a:latin typeface="Calibri"/>
              </a:rPr>
              <a:t>—  </a:t>
            </a:r>
            <a:r>
              <a:rPr sz="1800">
                <a:solidFill>
                  <a:srgbClr val="F5F2EE"/>
                </a:solidFill>
                <a:latin typeface="Calibri"/>
              </a:rPr>
              <a:t>The entire site is one scrolling page with multiple sections, plus a fullscreen media viewer (lightbox) that opens on click.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8392A"/>
                </a:solidFill>
                <a:latin typeface="Calibri"/>
              </a:rPr>
              <a:t>—  </a:t>
            </a:r>
            <a:r>
              <a:rPr sz="1800">
                <a:solidFill>
                  <a:srgbClr val="F5F2EE"/>
                </a:solidFill>
                <a:latin typeface="Calibri"/>
              </a:rPr>
              <a:t>Goal: a heavily animated, premium-looking site that still loads fast and runs smoothly even with 50+ videos.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8392A"/>
                </a:solidFill>
                <a:latin typeface="Calibri"/>
              </a:rPr>
              <a:t>—  </a:t>
            </a:r>
            <a:r>
              <a:rPr sz="1800">
                <a:solidFill>
                  <a:srgbClr val="F5F2EE"/>
                </a:solidFill>
                <a:latin typeface="Calibri"/>
              </a:rPr>
              <a:t>Built fully with HTML, CSS and Vanilla JavaScript — no frameworks, no libraries, no build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onsolas"/>
              </a:rPr>
              <a:t>LAXTLINE — Portfolio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E8392A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  <p:transition xmlns:ns1="http://schemas.microsoft.com/office/powerpoint/2010/main" p:spd="med" ns1:dur="700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392A"/>
                </a:solidFill>
                <a:latin typeface="Consolas"/>
              </a:rPr>
              <a:t>SLIDE 03 ·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5F2EE"/>
                </a:solidFill>
                <a:latin typeface="Calibri"/>
              </a:rPr>
              <a:t>Aim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822960" cy="5080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8392A"/>
                </a:solidFill>
                <a:latin typeface="Calibri"/>
              </a:rPr>
              <a:t>—  </a:t>
            </a:r>
            <a:r>
              <a:rPr sz="1800">
                <a:solidFill>
                  <a:srgbClr val="F5F2EE"/>
                </a:solidFill>
                <a:latin typeface="Calibri"/>
              </a:rPr>
              <a:t>Design a modern, cinematic portfolio that reflects a video editor's creative skill.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E8392A"/>
                </a:solidFill>
                <a:latin typeface="Calibri"/>
              </a:rPr>
              <a:t>—  </a:t>
            </a:r>
            <a:r>
              <a:rPr sz="1800">
                <a:solidFill>
                  <a:srgbClr val="F5F2EE"/>
                </a:solidFill>
                <a:latin typeface="Calibri"/>
              </a:rPr>
              <a:t>Display a large gallery of video &amp; photo projects with smooth hover-to-play previews.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E8392A"/>
                </a:solidFill>
                <a:latin typeface="Calibri"/>
              </a:rPr>
              <a:t>—  </a:t>
            </a:r>
            <a:r>
              <a:rPr sz="1800">
                <a:solidFill>
                  <a:srgbClr val="F5F2EE"/>
                </a:solidFill>
                <a:latin typeface="Calibri"/>
              </a:rPr>
              <a:t>Provide a fullscreen viewer with full playback controls (play, seek, volume, next/prev).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E8392A"/>
                </a:solidFill>
                <a:latin typeface="Calibri"/>
              </a:rPr>
              <a:t>—  </a:t>
            </a:r>
            <a:r>
              <a:rPr sz="1800">
                <a:solidFill>
                  <a:srgbClr val="F5F2EE"/>
                </a:solidFill>
                <a:latin typeface="Calibri"/>
              </a:rPr>
              <a:t>Ensure high performance: fast load, no lag, no crash — even with heavy video content.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E8392A"/>
                </a:solidFill>
                <a:latin typeface="Calibri"/>
              </a:rPr>
              <a:t>—  </a:t>
            </a:r>
            <a:r>
              <a:rPr sz="1800">
                <a:solidFill>
                  <a:srgbClr val="F5F2EE"/>
                </a:solidFill>
                <a:latin typeface="Calibri"/>
              </a:rPr>
              <a:t>Make the site responsive (desktop + mobile) and SEO/share friendly.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E8392A"/>
                </a:solidFill>
                <a:latin typeface="Calibri"/>
              </a:rPr>
              <a:t>—  </a:t>
            </a:r>
            <a:r>
              <a:rPr sz="1800">
                <a:solidFill>
                  <a:srgbClr val="F5F2EE"/>
                </a:solidFill>
                <a:latin typeface="Calibri"/>
              </a:rPr>
              <a:t>Keep the codebase clean, organised and easy to maintain in the future.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onsolas"/>
              </a:rPr>
              <a:t>LAXTLINE — Portfolio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E8392A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  <p:transition xmlns:ns1="http://schemas.microsoft.com/office/powerpoint/2010/main" p:spd="med" ns1:dur="700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392A"/>
                </a:solidFill>
                <a:latin typeface="Consolas"/>
              </a:rPr>
              <a:t>SLIDE 04 ·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5F2EE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822960" cy="5080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566160" cy="2926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566160" cy="6350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5F2EE"/>
                </a:solidFill>
                <a:latin typeface="Calibri"/>
              </a:rPr>
              <a:t>HTML5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8392A"/>
                </a:solidFill>
                <a:latin typeface="Calibri"/>
              </a:rPr>
              <a:t>—  </a:t>
            </a:r>
            <a:r>
              <a:rPr sz="1400">
                <a:solidFill>
                  <a:srgbClr val="F5F2EE"/>
                </a:solidFill>
                <a:latin typeface="Calibri"/>
              </a:rPr>
              <a:t>Semantic structure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8392A"/>
                </a:solidFill>
                <a:latin typeface="Calibri"/>
              </a:rPr>
              <a:t>—  </a:t>
            </a:r>
            <a:r>
              <a:rPr sz="1400">
                <a:solidFill>
                  <a:srgbClr val="F5F2EE"/>
                </a:solidFill>
                <a:latin typeface="Calibri"/>
              </a:rPr>
              <a:t>All sections &amp; content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8392A"/>
                </a:solidFill>
                <a:latin typeface="Calibri"/>
              </a:rPr>
              <a:t>—  </a:t>
            </a:r>
            <a:r>
              <a:rPr sz="1400">
                <a:solidFill>
                  <a:srgbClr val="F5F2EE"/>
                </a:solidFill>
                <a:latin typeface="Calibri"/>
              </a:rPr>
              <a:t>Gallery markup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3566160" cy="2926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3566160" cy="6350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574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5F2EE"/>
                </a:solidFill>
                <a:latin typeface="Calibri"/>
              </a:rPr>
              <a:t>CSS3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8392A"/>
                </a:solidFill>
                <a:latin typeface="Calibri"/>
              </a:rPr>
              <a:t>—  </a:t>
            </a:r>
            <a:r>
              <a:rPr sz="1400">
                <a:solidFill>
                  <a:srgbClr val="F5F2EE"/>
                </a:solidFill>
                <a:latin typeface="Calibri"/>
              </a:rPr>
              <a:t>Custom properties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8392A"/>
                </a:solidFill>
                <a:latin typeface="Calibri"/>
              </a:rPr>
              <a:t>—  </a:t>
            </a:r>
            <a:r>
              <a:rPr sz="1400">
                <a:solidFill>
                  <a:srgbClr val="F5F2EE"/>
                </a:solidFill>
                <a:latin typeface="Calibri"/>
              </a:rPr>
              <a:t>Grid + Flexbox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8392A"/>
                </a:solidFill>
                <a:latin typeface="Calibri"/>
              </a:rPr>
              <a:t>—  </a:t>
            </a:r>
            <a:r>
              <a:rPr sz="1400">
                <a:solidFill>
                  <a:srgbClr val="F5F2EE"/>
                </a:solidFill>
                <a:latin typeface="Calibri"/>
              </a:rPr>
              <a:t>Masonry columns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8392A"/>
                </a:solidFill>
                <a:latin typeface="Calibri"/>
              </a:rPr>
              <a:t>—  </a:t>
            </a:r>
            <a:r>
              <a:rPr sz="1400">
                <a:solidFill>
                  <a:srgbClr val="F5F2EE"/>
                </a:solidFill>
                <a:latin typeface="Calibri"/>
              </a:rPr>
              <a:t>Keyframe animations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566160" cy="2926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566160" cy="6350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0574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5F2EE"/>
                </a:solidFill>
                <a:latin typeface="Calibri"/>
              </a:rPr>
              <a:t>JavaScript (ES6+)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7432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8392A"/>
                </a:solidFill>
                <a:latin typeface="Calibri"/>
              </a:rPr>
              <a:t>—  </a:t>
            </a:r>
            <a:r>
              <a:rPr sz="1400">
                <a:solidFill>
                  <a:srgbClr val="F5F2EE"/>
                </a:solidFill>
                <a:latin typeface="Calibri"/>
              </a:rPr>
              <a:t>Vanilla — no frameworks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8392A"/>
                </a:solidFill>
                <a:latin typeface="Calibri"/>
              </a:rPr>
              <a:t>—  </a:t>
            </a:r>
            <a:r>
              <a:rPr sz="1400">
                <a:solidFill>
                  <a:srgbClr val="F5F2EE"/>
                </a:solidFill>
                <a:latin typeface="Calibri"/>
              </a:rPr>
              <a:t>IntersectionObserver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8392A"/>
                </a:solidFill>
                <a:latin typeface="Calibri"/>
              </a:rPr>
              <a:t>—  </a:t>
            </a:r>
            <a:r>
              <a:rPr sz="1400">
                <a:solidFill>
                  <a:srgbClr val="F5F2EE"/>
                </a:solidFill>
                <a:latin typeface="Calibri"/>
              </a:rPr>
              <a:t>requestAnimationFrame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8392A"/>
                </a:solidFill>
                <a:latin typeface="Calibri"/>
              </a:rPr>
              <a:t>—  </a:t>
            </a:r>
            <a:r>
              <a:rPr sz="1400">
                <a:solidFill>
                  <a:srgbClr val="F5F2EE"/>
                </a:solidFill>
                <a:latin typeface="Calibri"/>
              </a:rPr>
              <a:t>HTML5 Video + Canvas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  <a:latin typeface="Calibri"/>
              </a:rPr>
              <a:t>Fonts: Bebas Neue (display), DM Sans (body), Space Mono (mono labels).</a:t>
            </a:r>
          </a:p>
          <a:p>
            <a:pPr algn="l"/>
            <a:r>
              <a:rPr sz="1500" b="0" i="0">
                <a:solidFill>
                  <a:srgbClr val="AAAAAA"/>
                </a:solidFill>
                <a:latin typeface="Calibri"/>
              </a:rPr>
              <a:t>Why no framework?  The site is static &amp; self-contained — instant load, any host, zero build step.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onsolas"/>
              </a:rPr>
              <a:t>LAXTLINE — Portfolio Website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E8392A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  <p:transition xmlns:ns1="http://schemas.microsoft.com/office/powerpoint/2010/main" p:spd="med" ns1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392A"/>
                </a:solidFill>
                <a:latin typeface="Consolas"/>
              </a:rPr>
              <a:t>SLIDE 05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5F2EE"/>
                </a:solidFill>
                <a:latin typeface="Calibri"/>
              </a:rPr>
              <a:t>Project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822960" cy="5080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881360" cy="4297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424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F5F2EE"/>
                </a:solidFill>
                <a:latin typeface="Consolas"/>
              </a:rPr>
              <a:t>edit/</a:t>
            </a:r>
          </a:p>
          <a:p>
            <a:pPr algn="l"/>
            <a:r>
              <a:rPr sz="1450" b="0" i="0">
                <a:solidFill>
                  <a:srgbClr val="F5F2EE"/>
                </a:solidFill>
                <a:latin typeface="Consolas"/>
              </a:rPr>
              <a:t>├── index.html              → Main website (goes live)</a:t>
            </a:r>
          </a:p>
          <a:p>
            <a:pPr algn="l"/>
            <a:r>
              <a:rPr sz="1450" b="0" i="0">
                <a:solidFill>
                  <a:srgbClr val="F5F2EE"/>
                </a:solidFill>
                <a:latin typeface="Consolas"/>
              </a:rPr>
              <a:t>├── css/</a:t>
            </a:r>
          </a:p>
          <a:p>
            <a:pPr algn="l"/>
            <a:r>
              <a:rPr sz="1450" b="0" i="0">
                <a:solidFill>
                  <a:srgbClr val="F5F2EE"/>
                </a:solidFill>
                <a:latin typeface="Consolas"/>
              </a:rPr>
              <a:t>│    ├── main.css           → Global styles (nav, hero, sections)</a:t>
            </a:r>
          </a:p>
          <a:p>
            <a:pPr algn="l"/>
            <a:r>
              <a:rPr sz="1450" b="0" i="0">
                <a:solidFill>
                  <a:srgbClr val="F5F2EE"/>
                </a:solidFill>
                <a:latin typeface="Consolas"/>
              </a:rPr>
              <a:t>│    └── gallery.css        → Gallery + fullscreen viewer</a:t>
            </a:r>
          </a:p>
          <a:p>
            <a:pPr algn="l"/>
            <a:r>
              <a:rPr sz="1450" b="0" i="0">
                <a:solidFill>
                  <a:srgbClr val="F5F2EE"/>
                </a:solidFill>
                <a:latin typeface="Consolas"/>
              </a:rPr>
              <a:t>├── js/</a:t>
            </a:r>
          </a:p>
          <a:p>
            <a:pPr algn="l"/>
            <a:r>
              <a:rPr sz="1450" b="0" i="0">
                <a:solidFill>
                  <a:srgbClr val="F5F2EE"/>
                </a:solidFill>
                <a:latin typeface="Consolas"/>
              </a:rPr>
              <a:t>│    ├── 01-cursor-init.js  → Custom cursor (desktop)</a:t>
            </a:r>
          </a:p>
          <a:p>
            <a:pPr algn="l"/>
            <a:r>
              <a:rPr sz="1450" b="0" i="0">
                <a:solidFill>
                  <a:srgbClr val="F5F2EE"/>
                </a:solidFill>
                <a:latin typeface="Consolas"/>
              </a:rPr>
              <a:t>│    ├── 02-interactions.js → Canvas, cursor, scroll, menu</a:t>
            </a:r>
          </a:p>
          <a:p>
            <a:pPr algn="l"/>
            <a:r>
              <a:rPr sz="1450" b="0" i="0">
                <a:solidFill>
                  <a:srgbClr val="F5F2EE"/>
                </a:solidFill>
                <a:latin typeface="Consolas"/>
              </a:rPr>
              <a:t>│    ├── 03-gallery-config.js → Gallery marker</a:t>
            </a:r>
          </a:p>
          <a:p>
            <a:pPr algn="l"/>
            <a:r>
              <a:rPr sz="1450" b="0" i="0">
                <a:solidFill>
                  <a:srgbClr val="F5F2EE"/>
                </a:solidFill>
                <a:latin typeface="Consolas"/>
              </a:rPr>
              <a:t>│    └── 04-gallery-video.js → Video engine + lazy-load + viewer</a:t>
            </a:r>
          </a:p>
          <a:p>
            <a:pPr algn="l"/>
            <a:r>
              <a:rPr sz="1450" b="0" i="0">
                <a:solidFill>
                  <a:srgbClr val="F5F2EE"/>
                </a:solidFill>
                <a:latin typeface="Consolas"/>
              </a:rPr>
              <a:t>├── All Projects/           → 71 media files (53 video + 18 image)</a:t>
            </a:r>
          </a:p>
          <a:p>
            <a:pPr algn="l"/>
            <a:r>
              <a:rPr sz="1450" b="0" i="0">
                <a:solidFill>
                  <a:srgbClr val="F5F2EE"/>
                </a:solidFill>
                <a:latin typeface="Consolas"/>
              </a:rPr>
              <a:t>├── Logo  &amp; Background/      → Logo &amp; image assets</a:t>
            </a:r>
          </a:p>
          <a:p>
            <a:pPr algn="l"/>
            <a:r>
              <a:rPr sz="1450" b="0" i="0">
                <a:solidFill>
                  <a:srgbClr val="F5F2EE"/>
                </a:solidFill>
                <a:latin typeface="Consolas"/>
              </a:rPr>
              <a:t>├── robots.txt · sitemap.xml · site.webmanifest  → SEO</a:t>
            </a:r>
          </a:p>
          <a:p>
            <a:pPr algn="l"/>
            <a:r>
              <a:rPr sz="1450" b="0" i="0">
                <a:solidFill>
                  <a:srgbClr val="F5F2EE"/>
                </a:solidFill>
                <a:latin typeface="Consolas"/>
              </a:rPr>
              <a:t>└── README.md · DOCUMENTATION.txt  →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onsolas"/>
              </a:rPr>
              <a:t>LAXTLINE — Portfolio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E8392A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  <p:transition xmlns:ns1="http://schemas.microsoft.com/office/powerpoint/2010/main" p:spd="med" ns1:dur="70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392A"/>
                </a:solidFill>
                <a:latin typeface="Consolas"/>
              </a:rPr>
              <a:t>SLIDE 06 ·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5F2EE"/>
                </a:solidFill>
                <a:latin typeface="Calibri"/>
              </a:rPr>
              <a:t>Website Sections (scroll order)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822960" cy="5080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Hero — animated canvas + brand watermark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Marquee — scrolling skill ribbons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Work — featured project cards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About — photo + bio &amp; philosophy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Services — what is offered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Software &amp; Tools — Adobe, DaVinci, etc.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Contact — WhatsApp + email + phone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Socials — 12 platform buttons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All Projects — complete gallery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Footer + Fullscreen Viewer (lightbox)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onsolas"/>
              </a:rPr>
              <a:t>LAXTLINE — Portfolio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E8392A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  <p:transition xmlns:ns1="http://schemas.microsoft.com/office/powerpoint/2010/main" p:spd="med" ns1:dur="700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392A"/>
                </a:solidFill>
                <a:latin typeface="Consolas"/>
              </a:rPr>
              <a:t>SLIDE 07 · 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5F2EE"/>
                </a:solidFill>
                <a:latin typeface="Calibri"/>
              </a:rPr>
              <a:t>Interactive Gallery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822960" cy="5080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Two gallery sections — 'Project Gallery' (14 featured) and 'All Projects' (52 items) — both read from one media folder.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Layout: CSS multi-column masonry; each card keeps its natural aspect ratio.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Desktop: hover a card → video plays with sound; leave → stops.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Mobile: video autoplays muted when on screen; tap to unmute.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Click any item → opens fullscreen viewer with full playback controls.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937760"/>
            <a:ext cx="2606040" cy="10515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937760"/>
            <a:ext cx="63500" cy="105156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E8392A"/>
                </a:solidFill>
                <a:latin typeface="Calibri"/>
              </a:rPr>
              <a:t>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9612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F5F2EE"/>
                </a:solidFill>
                <a:latin typeface="Calibri"/>
              </a:rPr>
              <a:t>Media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4937760"/>
            <a:ext cx="2606040" cy="10515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4937760"/>
            <a:ext cx="63500" cy="105156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502920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E8392A"/>
                </a:solidFill>
                <a:latin typeface="Calibri"/>
              </a:rPr>
              <a:t>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559612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F5F2EE"/>
                </a:solidFill>
                <a:latin typeface="Calibri"/>
              </a:rPr>
              <a:t>Videos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937760"/>
            <a:ext cx="2606040" cy="10515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937760"/>
            <a:ext cx="63500" cy="105156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502920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E8392A"/>
                </a:solidFill>
                <a:latin typeface="Calibri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59612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F5F2EE"/>
                </a:solidFill>
                <a:latin typeface="Calibri"/>
              </a:rPr>
              <a:t>Images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4937760"/>
            <a:ext cx="2606040" cy="105156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4937760"/>
            <a:ext cx="63500" cy="105156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502920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E8392A"/>
                </a:solidFill>
                <a:latin typeface="Calibri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559612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F5F2EE"/>
                </a:solidFill>
                <a:latin typeface="Calibri"/>
              </a:rPr>
              <a:t>Social links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onsolas"/>
              </a:rPr>
              <a:t>LAXTLINE — Portfolio Website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E8392A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  <p:transition xmlns:ns1="http://schemas.microsoft.com/office/powerpoint/2010/main" p:spd="med" ns1:dur="7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392A"/>
                </a:solidFill>
                <a:latin typeface="Consolas"/>
              </a:rPr>
              <a:t>SLIDE 08 ·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5F2EE"/>
                </a:solidFill>
                <a:latin typeface="Calibri"/>
              </a:rPr>
              <a:t>Performance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822960" cy="5080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8392A"/>
                </a:solidFill>
                <a:latin typeface="Calibri"/>
              </a:rPr>
              <a:t>Challenge: 53+ videos (~677 MB) on one page can freeze or crash a browser.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Lazy Loading — a video downloads only when it comes within ~300px of the viewport.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Memory Release (key fix) — videos that scroll far away (~1400px) are unloaded from memory and auto-reload on scroll-back. Only ~10–12 stay in memory at once.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Off-screen pause — hero canvas &amp; CSS animations stop when not visible / tab hidden.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GPU-friendly — transforms, will-change and layout containment limit repaint cost.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Throttled events — scroll/mouse handlers are passive &amp; requestAnimationFrame-based.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Aspect-ratio lock — card height set from real media size, so the grid never jumps.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onsolas"/>
              </a:rPr>
              <a:t>LAXTLINE — Portfolio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E8392A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  <p:transition xmlns:ns1="http://schemas.microsoft.com/office/powerpoint/2010/main" p:spd="med" ns1:dur="700">
    <p:push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392A"/>
                </a:solidFill>
                <a:latin typeface="Consolas"/>
              </a:rPr>
              <a:t>SLIDE 09 ·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5F2EE"/>
                </a:solidFill>
                <a:latin typeface="Calibri"/>
              </a:rPr>
              <a:t>SEO, Branding &amp; Extras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822960" cy="5080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8392A"/>
                </a:solidFill>
                <a:latin typeface="Consolas"/>
              </a:rPr>
              <a:t>SEO &amp; SHAREABILITY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8392A"/>
                </a:solidFill>
                <a:latin typeface="Consolas"/>
              </a:rPr>
              <a:t>BRANDING &amp;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Meta description, keywords, author tags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Open Graph + Twitter cards → rich link previews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robots.txt + sitemap.xml for search engines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site.webmanifest → installable as an app (PWA)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Favicon + apple-touch-icon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Brand: LAXTLINE (red 'LINE' accent)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Theme colors set once in CSS :root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Custom animated cursor (desktop)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WhatsApp direct-chat contact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Fully responsive (desktop + mobile)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Section-entrance reveals — replay on scroll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onsolas"/>
              </a:rPr>
              <a:t>LAXTLINE — Portfolio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E8392A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  <p:transition xmlns:ns1="http://schemas.microsoft.com/office/powerpoint/2010/main" p:spd="med" ns1:dur="700">
    <p:wip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392A"/>
                </a:solidFill>
                <a:latin typeface="Consolas"/>
              </a:rPr>
              <a:t>SLIDE 10 · PROBLEM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5F2EE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822960" cy="5080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8392A"/>
                </a:solidFill>
                <a:latin typeface="Consolas"/>
              </a:rPr>
              <a:t>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8392A"/>
                </a:solidFill>
                <a:latin typeface="Consolas"/>
              </a:rPr>
              <a:t>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394960" cy="777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828800"/>
            <a:ext cx="5394960" cy="777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63500" cy="77724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38528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5F2EE"/>
                </a:solidFill>
                <a:latin typeface="Calibri"/>
              </a:rPr>
              <a:t>Browser freeze with many videos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38528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5F2EE"/>
                </a:solidFill>
                <a:latin typeface="Calibri"/>
              </a:rPr>
              <a:t>Lazy-load + memory release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97480"/>
            <a:ext cx="5394960" cy="777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697480"/>
            <a:ext cx="5394960" cy="777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697480"/>
            <a:ext cx="63500" cy="77724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07208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5F2EE"/>
                </a:solidFill>
                <a:latin typeface="Calibri"/>
              </a:rPr>
              <a:t>Unmuted autoplay blocked by browsers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07208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5F2EE"/>
                </a:solidFill>
                <a:latin typeface="Calibri"/>
              </a:rPr>
              <a:t>Auto-unmute on first user click/tap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5394960" cy="777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566160"/>
            <a:ext cx="5394960" cy="777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566160"/>
            <a:ext cx="63500" cy="77724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75888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5F2EE"/>
                </a:solidFill>
                <a:latin typeface="Calibri"/>
              </a:rPr>
              <a:t>Layout jumping while media loads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675888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5F2EE"/>
                </a:solidFill>
                <a:latin typeface="Calibri"/>
              </a:rPr>
              <a:t>Aspect-ratio lock via padding-bottom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34840"/>
            <a:ext cx="5394960" cy="777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434840"/>
            <a:ext cx="5394960" cy="777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434840"/>
            <a:ext cx="63500" cy="77724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44568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5F2EE"/>
                </a:solidFill>
                <a:latin typeface="Calibri"/>
              </a:rPr>
              <a:t>Large single file, hard to maintain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544568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5F2EE"/>
                </a:solidFill>
                <a:latin typeface="Calibri"/>
              </a:rPr>
              <a:t>Split into HTML + CSS + JS files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303520"/>
            <a:ext cx="5394960" cy="777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5303520"/>
            <a:ext cx="5394960" cy="777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5303520"/>
            <a:ext cx="63500" cy="77724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413248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5F2EE"/>
                </a:solidFill>
                <a:latin typeface="Calibri"/>
              </a:rPr>
              <a:t>Heavy animations slowing the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413248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5F2EE"/>
                </a:solidFill>
                <a:latin typeface="Calibri"/>
              </a:rPr>
              <a:t>Pause off-screen + GPU-friendly CSS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onsolas"/>
              </a:rPr>
              <a:t>LAXTLINE — Portfolio Website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E8392A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  <p:transition xmlns:ns1="http://schemas.microsoft.com/office/powerpoint/2010/main" p:spd="med" ns1:dur="7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392A"/>
                </a:solidFill>
                <a:latin typeface="Consolas"/>
              </a:rPr>
              <a:t>SLIDE 11 · WRAP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5F2EE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822960" cy="5080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8392A"/>
                </a:solidFill>
                <a:latin typeface="Consola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A complete, fast, cinematic portfolio built with pure HTML, CSS &amp; JavaScript.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Handles heavy video content smoothly through smart loading &amp; memory management.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E8392A"/>
                </a:solidFill>
                <a:latin typeface="Calibri"/>
              </a:rPr>
              <a:t>—  </a:t>
            </a:r>
            <a:r>
              <a:rPr sz="1700">
                <a:solidFill>
                  <a:srgbClr val="F5F2EE"/>
                </a:solidFill>
                <a:latin typeface="Calibri"/>
              </a:rPr>
              <a:t>Clean, documented, and easy to maintain or extend.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8392A"/>
                </a:solidFill>
                <a:latin typeface="Consolas"/>
              </a:rP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Host videos on a CDN / YouTube to cut storage and speed up further.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Add a CMS or admin panel to add projects without editing code.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Add a contact form with email backend + analytics dashboard.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8392A"/>
                </a:solidFill>
                <a:latin typeface="Calibri"/>
              </a:rPr>
              <a:t>—  </a:t>
            </a:r>
            <a:r>
              <a:rPr sz="1600">
                <a:solidFill>
                  <a:srgbClr val="F5F2EE"/>
                </a:solidFill>
                <a:latin typeface="Calibri"/>
              </a:rPr>
              <a:t>Convert to a full installable PWA with offline support.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onsolas"/>
              </a:rPr>
              <a:t>LAXTLINE — Portfolio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E8392A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  <p:transition xmlns:ns1="http://schemas.microsoft.com/office/powerpoint/2010/main" p:spd="med" ns1:dur="700">
    <p:push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 i="0">
                <a:solidFill>
                  <a:srgbClr val="F5F2EE"/>
                </a:solidFill>
                <a:latin typeface="Bahnschrift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3657600"/>
            <a:ext cx="2286000" cy="63500"/>
          </a:xfrm>
          <a:prstGeom prst="rect">
            <a:avLst/>
          </a:prstGeom>
          <a:solidFill>
            <a:srgbClr val="E8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E8392A"/>
                </a:solidFill>
                <a:latin typeface="Calibri"/>
              </a:rPr>
              <a:t>LAXTLINE — Visual Storyteller &amp; Video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  <a:latin typeface="Calibri"/>
              </a:rPr>
              <a:t>suryakant321pradhan@gmail.com   |   +91 78480 03467</a:t>
            </a:r>
          </a:p>
          <a:p>
            <a:pPr algn="ctr"/>
            <a:r>
              <a:rPr sz="1500" b="0" i="0">
                <a:solidFill>
                  <a:srgbClr val="AAAAAA"/>
                </a:solidFill>
                <a:latin typeface="Calibri"/>
              </a:rPr>
              <a:t>Bhubaneswar, Odisha, India</a:t>
            </a:r>
          </a:p>
        </p:txBody>
      </p:sp>
    </p:spTree>
  </p:cSld>
  <p:clrMapOvr>
    <a:masterClrMapping/>
  </p:clrMapOvr>
  <p:transition xmlns:ns1="http://schemas.microsoft.com/office/powerpoint/2010/main" p:spd="med" ns1:dur="9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